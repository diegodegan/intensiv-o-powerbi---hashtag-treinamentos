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iQmxV7R3DuPuEXVq70Mssf7Mah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EA95"/>
    <a:srgbClr val="6CD2B4"/>
    <a:srgbClr val="34B0C6"/>
    <a:srgbClr val="CBF381"/>
    <a:srgbClr val="F9F871"/>
    <a:srgbClr val="65C3BA"/>
    <a:srgbClr val="96B1AD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45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B0A0F"/>
          </a:solidFill>
          <a:ln w="12700" cap="flat" cmpd="sng">
            <a:solidFill>
              <a:srgbClr val="0B0A0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5284" y="100668"/>
            <a:ext cx="11537225" cy="6646361"/>
          </a:xfrm>
          <a:prstGeom prst="roundRect">
            <a:avLst>
              <a:gd name="adj" fmla="val 3334"/>
            </a:avLst>
          </a:prstGeom>
          <a:solidFill>
            <a:srgbClr val="222127"/>
          </a:solidFill>
          <a:ln w="12700" cap="flat" cmpd="sng">
            <a:solidFill>
              <a:srgbClr val="22212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03979" y="681550"/>
            <a:ext cx="1952778" cy="580826"/>
          </a:xfrm>
          <a:prstGeom prst="roundRect">
            <a:avLst>
              <a:gd name="adj" fmla="val 11556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F9F871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A19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4084" y="5973174"/>
            <a:ext cx="788063" cy="789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723971" y="681550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A2EA9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790704" y="681550"/>
            <a:ext cx="1980000" cy="580826"/>
          </a:xfrm>
          <a:prstGeom prst="roundRect">
            <a:avLst>
              <a:gd name="adj" fmla="val 10244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6CD2B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70542" y="681550"/>
            <a:ext cx="1893112" cy="580826"/>
          </a:xfrm>
          <a:prstGeom prst="roundRect">
            <a:avLst>
              <a:gd name="adj" fmla="val 8932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34B0C6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03979" y="1363045"/>
            <a:ext cx="11298176" cy="3299320"/>
          </a:xfrm>
          <a:prstGeom prst="roundRect">
            <a:avLst>
              <a:gd name="adj" fmla="val 4149"/>
            </a:avLst>
          </a:prstGeom>
          <a:gradFill>
            <a:gsLst>
              <a:gs pos="0">
                <a:srgbClr val="1A191E"/>
              </a:gs>
              <a:gs pos="75000">
                <a:srgbClr val="1A191E"/>
              </a:gs>
              <a:gs pos="100000">
                <a:srgbClr val="6CD2B4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03979" y="4773336"/>
            <a:ext cx="5567800" cy="1866224"/>
          </a:xfrm>
          <a:prstGeom prst="roundRect">
            <a:avLst>
              <a:gd name="adj" fmla="val 5871"/>
            </a:avLst>
          </a:prstGeom>
          <a:gradFill>
            <a:gsLst>
              <a:gs pos="0">
                <a:srgbClr val="1A191E"/>
              </a:gs>
              <a:gs pos="74000">
                <a:srgbClr val="1A191E"/>
              </a:gs>
              <a:gs pos="100000">
                <a:srgbClr val="A2EA95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355863" y="4773335"/>
            <a:ext cx="5646294" cy="1866224"/>
          </a:xfrm>
          <a:prstGeom prst="roundRect">
            <a:avLst>
              <a:gd name="adj" fmla="val 6745"/>
            </a:avLst>
          </a:prstGeom>
          <a:gradFill>
            <a:gsLst>
              <a:gs pos="0">
                <a:srgbClr val="1A191E"/>
              </a:gs>
              <a:gs pos="70000">
                <a:srgbClr val="1A191E"/>
              </a:gs>
              <a:gs pos="100000">
                <a:srgbClr val="34B0C6"/>
              </a:gs>
            </a:gsLst>
            <a:lin ang="3600000" scaled="0"/>
          </a:gra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2415288" y="24011"/>
            <a:ext cx="779721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  <a:scene3d>
              <a:camera prst="orthographicFront"/>
              <a:lightRig rig="threePt" dir="t"/>
            </a:scene3d>
            <a:sp3d extrusionH="57150" prstMaterial="dkEdge">
              <a:bevelT w="31750" h="31750" prst="angle"/>
            </a:sp3d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pt-BR" sz="4000" b="1" i="0" u="none" strike="noStrike" cap="none" dirty="0">
                <a:ln>
                  <a:solidFill>
                    <a:srgbClr val="A2EA95">
                      <a:alpha val="92000"/>
                    </a:srgbClr>
                  </a:solidFill>
                </a:ln>
                <a:gradFill flip="none" rotWithShape="1">
                  <a:gsLst>
                    <a:gs pos="39000">
                      <a:srgbClr val="BCEE8D"/>
                    </a:gs>
                    <a:gs pos="0">
                      <a:srgbClr val="F9F871"/>
                    </a:gs>
                    <a:gs pos="100000">
                      <a:srgbClr val="65C3BA"/>
                    </a:gs>
                  </a:gsLst>
                  <a:lin ang="5400000" scaled="0"/>
                  <a:tileRect/>
                </a:gradFill>
                <a:effectLst>
                  <a:glow rad="25400">
                    <a:srgbClr val="65C3BA">
                      <a:alpha val="40000"/>
                    </a:srgbClr>
                  </a:glow>
                  <a:outerShdw blurRad="50800" dist="38100" dir="8100000" algn="tr" rotWithShape="0">
                    <a:prstClr val="black">
                      <a:alpha val="61000"/>
                    </a:prstClr>
                  </a:outerShdw>
                  <a:reflection blurRad="165100" stA="34000" endPos="30000" dir="5400000" sy="-100000" algn="bl" rotWithShape="0"/>
                </a:effectLst>
                <a:latin typeface="Consolas" panose="020B0609020204030204" pitchFamily="49" charset="0"/>
                <a:sym typeface="Arial"/>
              </a:rPr>
              <a:t>DASHBOARD DE PRODUÇÃO</a:t>
            </a:r>
            <a:endParaRPr b="1" dirty="0">
              <a:ln>
                <a:solidFill>
                  <a:srgbClr val="A2EA95">
                    <a:alpha val="92000"/>
                  </a:srgbClr>
                </a:solidFill>
              </a:ln>
              <a:gradFill flip="none" rotWithShape="1">
                <a:gsLst>
                  <a:gs pos="39000">
                    <a:srgbClr val="BCEE8D"/>
                  </a:gs>
                  <a:gs pos="0">
                    <a:srgbClr val="F9F871"/>
                  </a:gs>
                  <a:gs pos="100000">
                    <a:srgbClr val="65C3BA"/>
                  </a:gs>
                </a:gsLst>
                <a:lin ang="5400000" scaled="0"/>
                <a:tileRect/>
              </a:gradFill>
              <a:effectLst>
                <a:glow rad="25400">
                  <a:srgbClr val="65C3BA">
                    <a:alpha val="40000"/>
                  </a:srgbClr>
                </a:glow>
                <a:outerShdw blurRad="50800" dist="38100" dir="8100000" algn="tr" rotWithShape="0">
                  <a:prstClr val="black">
                    <a:alpha val="61000"/>
                  </a:prstClr>
                </a:outerShdw>
                <a:reflection blurRad="165100" stA="34000" endPos="30000" dir="5400000" sy="-100000" algn="bl" rotWithShape="0"/>
              </a:effectLst>
              <a:latin typeface="Consolas" panose="020B0609020204030204" pitchFamily="49" charset="0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851311" y="681550"/>
            <a:ext cx="1569054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500719" y="681550"/>
            <a:ext cx="1501436" cy="580826"/>
          </a:xfrm>
          <a:prstGeom prst="roundRect">
            <a:avLst>
              <a:gd name="adj" fmla="val 8932"/>
            </a:avLst>
          </a:prstGeom>
          <a:solidFill>
            <a:srgbClr val="1A191E"/>
          </a:solidFill>
          <a:ln>
            <a:noFill/>
          </a:ln>
          <a:effectLst>
            <a:outerShdw blurRad="50800" dist="38100" dir="8100000" algn="tr" rotWithShape="0">
              <a:srgbClr val="F2F2F2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Diego Degan</cp:lastModifiedBy>
  <cp:revision>4</cp:revision>
  <dcterms:created xsi:type="dcterms:W3CDTF">2021-09-28T22:09:29Z</dcterms:created>
  <dcterms:modified xsi:type="dcterms:W3CDTF">2026-02-25T04:33:33Z</dcterms:modified>
</cp:coreProperties>
</file>